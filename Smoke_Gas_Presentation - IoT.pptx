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Ramillas" charset="1" panose="020E0000080000020004"/>
      <p:regular r:id="rId18"/>
    </p:embeddedFont>
    <p:embeddedFont>
      <p:font typeface="TT Interphases" charset="1" panose="02000503020000020004"/>
      <p:regular r:id="rId19"/>
    </p:embeddedFont>
    <p:embeddedFont>
      <p:font typeface="TT Interphases Bold" charset="1" panose="0200080306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429875" y="9620250"/>
            <a:ext cx="7191375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9296400" cy="10287000"/>
            <a:chOff x="0" y="0"/>
            <a:chExt cx="1440256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256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40256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96400" y="1114425"/>
            <a:ext cx="8720138" cy="3341147"/>
            <a:chOff x="0" y="0"/>
            <a:chExt cx="11626850" cy="445486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90500"/>
              <a:ext cx="11626850" cy="3526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Smoke and Gas Detection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854612"/>
              <a:ext cx="11626850" cy="60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25153" y="4747232"/>
            <a:ext cx="7831875" cy="3977668"/>
            <a:chOff x="0" y="0"/>
            <a:chExt cx="10442499" cy="530355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4671273"/>
              <a:ext cx="7264400" cy="63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209079"/>
              <a:ext cx="10442499" cy="773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23-NTU-CS-1256       KASHAF FATIMA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88207"/>
              <a:ext cx="7264400" cy="63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7264400" cy="1006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09"/>
                </a:lnSpc>
                <a:spcBef>
                  <a:spcPct val="0"/>
                </a:spcBef>
              </a:pPr>
              <a:r>
                <a:rPr lang="en-US" b="true" sz="4699" spc="234">
                  <a:solidFill>
                    <a:srgbClr val="D9DFE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MEMBERS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0" y="1451962"/>
              <a:ext cx="7246789" cy="0"/>
            </a:xfrm>
            <a:prstGeom prst="line">
              <a:avLst/>
            </a:prstGeom>
            <a:ln cap="flat" w="25400">
              <a:solidFill>
                <a:srgbClr val="D9DFE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825153" y="6284250"/>
            <a:ext cx="7831875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23-NTU-CS-1246       AREEB FATIMA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5153" y="7914150"/>
            <a:ext cx="7831875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23-NTU-CS-1282       SABIKA BATOOL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Executive Summary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OVERVIEW OF IOT SYSTEM COMPONENTS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64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IoT Device: ESP32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472" y="605412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ESP32 is a powerful microcontroller that enables wireless connectivity, allowing for seamless integration with various sensors and real-time data processing in the IoT smoke and gas detection system.</a:t>
            </a:r>
          </a:p>
        </p:txBody>
      </p:sp>
      <p:sp>
        <p:nvSpPr>
          <p:cNvPr name="AutoShape 7" id="7"/>
          <p:cNvSpPr/>
          <p:nvPr/>
        </p:nvSpPr>
        <p:spPr>
          <a:xfrm>
            <a:off x="666750" y="584648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295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Gas Sensor: MQ-2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572" y="605412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MQ-2 gas sensor effectively detects smoke and various gases, providing crucial data for monitoring air quality and enabling timely alerts to ensure safety in potentially hazardous situations.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419850" y="584648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82868" y="4838780"/>
            <a:ext cx="4010025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Temperature Sensor: DHT11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2868" y="605416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DHT11 sensor measures temperature and humidity, contributing to environmental monitoring and enhancing the accuracy of alerts, thus improving the reliability of the overall IoT detection system.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173147" y="584652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-29815" t="0" r="-298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830377"/>
            <a:ext cx="5753100" cy="2789873"/>
            <a:chOff x="0" y="0"/>
            <a:chExt cx="7670800" cy="3719830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D9DF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Fire hazards from gas and smoke leaks present serious dangers to homes and lives. Traditional detectors often fail to deliver real-time alerts, leaving residents vulnerable. IoT-enabled systems enhance safety through immediate notifications, ensuring proactive measures can be taken before disasters occur.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Fire Hazard Risks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IDENTIFYING CHALLENGES IN SMOKE DETECTION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6472" y="4838740"/>
            <a:ext cx="4010025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No Real-Time Monitoring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472" y="605412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Traditional smoke detectors lack the capability for </a:t>
            </a:r>
            <a:r>
              <a:rPr lang="en-US" b="true" sz="2499">
                <a:solidFill>
                  <a:srgbClr val="D9DFE8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real-time monitoring</a:t>
            </a: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which can delay response times in emergencies significantly, increasing the risk of property damage and personal injury.</a:t>
            </a:r>
          </a:p>
        </p:txBody>
      </p:sp>
      <p:sp>
        <p:nvSpPr>
          <p:cNvPr name="AutoShape 7" id="7"/>
          <p:cNvSpPr/>
          <p:nvPr/>
        </p:nvSpPr>
        <p:spPr>
          <a:xfrm>
            <a:off x="666750" y="584648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295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Lack of Mobile Alerts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572" y="605412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Without mobile alerts, homeowners may remain unaware of hazardous conditions, which can lead to dangerous situations when immediate action is crucial for safety and prevention.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419850" y="584648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82868" y="521025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Unsafe Manual Checks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2868" y="6054169"/>
            <a:ext cx="4000303" cy="30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Relying on manual checks for smoke and gas detection is unsafe and inefficient, as they can easily be overlooked, resulting in undetected risks and potential disaster.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173147" y="584652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Project Objectives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KEY GOALS FOR SAFETY AUTOMATION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64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Sensor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472" y="6054129"/>
            <a:ext cx="4000303" cy="30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system utilizes </a:t>
            </a:r>
            <a:r>
              <a:rPr lang="en-US" b="true" sz="2499">
                <a:solidFill>
                  <a:srgbClr val="D9DFE8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MQ-2 and DHT11 sensors</a:t>
            </a: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detect gas leaks and monitor temperature and humidity, ensuring timely alerts and enhancing safety protocols for users.</a:t>
            </a:r>
          </a:p>
        </p:txBody>
      </p:sp>
      <p:sp>
        <p:nvSpPr>
          <p:cNvPr name="AutoShape 7" id="7"/>
          <p:cNvSpPr/>
          <p:nvPr/>
        </p:nvSpPr>
        <p:spPr>
          <a:xfrm>
            <a:off x="666750" y="584648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295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Real-Time Alerts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572" y="605412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Alerts are generated through a buzzer, LED lights, and OLED display, ensuring immediate notification of detection events and enabling swift action in the event of gas or smoke presence.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419850" y="584648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82868" y="521025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Mobile Notifications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2868" y="6054169"/>
            <a:ext cx="4000303" cy="34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Integration with the Blynk app allows for </a:t>
            </a:r>
            <a:r>
              <a:rPr lang="en-US" b="true" sz="2499">
                <a:solidFill>
                  <a:srgbClr val="D9DFE8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real-time mobile notifications</a:t>
            </a: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enabling users to monitor their environment remotely, enhancing convenience, and providing peace of mind wherever they are.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173147" y="5846524"/>
            <a:ext cx="4000303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4024" y="2060575"/>
            <a:ext cx="9485274" cy="7197725"/>
            <a:chOff x="0" y="0"/>
            <a:chExt cx="1469517" cy="111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9517" cy="1115116"/>
            </a:xfrm>
            <a:custGeom>
              <a:avLst/>
              <a:gdLst/>
              <a:ahLst/>
              <a:cxnLst/>
              <a:rect r="r" b="b" t="t" l="l"/>
              <a:pathLst>
                <a:path h="1115116" w="1469517">
                  <a:moveTo>
                    <a:pt x="0" y="0"/>
                  </a:moveTo>
                  <a:lnTo>
                    <a:pt x="1469517" y="0"/>
                  </a:lnTo>
                  <a:lnTo>
                    <a:pt x="1469517" y="1115116"/>
                  </a:lnTo>
                  <a:lnTo>
                    <a:pt x="0" y="1115116"/>
                  </a:lnTo>
                  <a:close/>
                </a:path>
              </a:pathLst>
            </a:custGeom>
            <a:blipFill>
              <a:blip r:embed="rId2"/>
              <a:stretch>
                <a:fillRect l="-588" t="0" r="-5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3651473"/>
            <a:ext cx="5753100" cy="5968777"/>
            <a:chOff x="0" y="0"/>
            <a:chExt cx="7670800" cy="7958370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D9DF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57175"/>
              <a:ext cx="7670800" cy="7701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</a:pPr>
              <a:r>
                <a:rPr lang="en-US" sz="3299" u="none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page outlines the </a:t>
              </a:r>
              <a:r>
                <a:rPr lang="en-US" b="true" sz="3299" u="none">
                  <a:solidFill>
                    <a:srgbClr val="D9DFE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system architecture</a:t>
              </a:r>
              <a:r>
                <a:rPr lang="en-US" sz="3299" u="none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our IoT smoke and gas detection project. It includes key hardware components such as the ESP32 microcontroller, MQ-2 gas sensor for detecting gases, DHT11 for temperature and humidity, and an OLED display for visual feedback.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5516225" cy="2212340"/>
            <a:chOff x="0" y="0"/>
            <a:chExt cx="20688300" cy="29497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206883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Software Design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49500"/>
              <a:ext cx="206883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FIRMWARE AND IOT INTEGRATION OVERVIEW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Firmware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958" y="6349365"/>
            <a:ext cx="5435092" cy="261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firmware is developed using Arduino IDE and C++, enabling seamless control of sensor readings, alerts, and OLED updates while connecting with the Blynk cloud for real-time access.</a:t>
            </a:r>
          </a:p>
        </p:txBody>
      </p:sp>
      <p:sp>
        <p:nvSpPr>
          <p:cNvPr name="AutoShape 8" id="8"/>
          <p:cNvSpPr/>
          <p:nvPr/>
        </p:nvSpPr>
        <p:spPr>
          <a:xfrm>
            <a:off x="679958" y="6048375"/>
            <a:ext cx="5435092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58125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Blynk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1333" y="6349365"/>
            <a:ext cx="5435092" cy="261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system utilizes Wi-Fi for Blynk cloud integration, facilitating real-time monitoring, remote control of features, and event logging, enhancing the overall functionality and user experience.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871333" y="6048375"/>
            <a:ext cx="5435092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5516225" cy="2212340"/>
            <a:chOff x="0" y="0"/>
            <a:chExt cx="20688300" cy="29497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206883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Pseudocode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49500"/>
              <a:ext cx="206883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TECHNICAL FLOW AND IMPLEMENTATION DETAILS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System Start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958" y="6349365"/>
            <a:ext cx="5435092" cy="217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system initializes by establishing a Wi-Fi connection, ensuring that the ESP32 is ready to communicate with the Blynk cloud for remote monitoring and control.</a:t>
            </a:r>
          </a:p>
        </p:txBody>
      </p:sp>
      <p:sp>
        <p:nvSpPr>
          <p:cNvPr name="AutoShape 8" id="8"/>
          <p:cNvSpPr/>
          <p:nvPr/>
        </p:nvSpPr>
        <p:spPr>
          <a:xfrm>
            <a:off x="679958" y="6048375"/>
            <a:ext cx="5435092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58125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Sensor Initialization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1333" y="6349365"/>
            <a:ext cx="5435092" cy="217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Sensors are configured, including the MQ-2 for gas detection and DHT11 for temperature and humidity, with baseline calibration performed for accurate readings and reliable alerts.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871333" y="6048375"/>
            <a:ext cx="5435092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374191"/>
            <a:ext cx="5753100" cy="3246059"/>
            <a:chOff x="0" y="0"/>
            <a:chExt cx="7670800" cy="4328079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D9DF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4051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u="none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Blynk app features a user-friendly interface with various widgets. These include gauges for monitoring gas levels, temperature, and humidity, along with an LED status indicator and a control button for the buzzer. This setup enhances real-time data accessibility and interaction.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Blynk Dashboard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5516225" cy="2212340"/>
            <a:chOff x="0" y="0"/>
            <a:chExt cx="20688300" cy="29497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206883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D9DFE8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Key Code Highlights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49500"/>
              <a:ext cx="206883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ESSENTIAL LOGIC FOR GAS DETECTION SYSTEM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Gas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958" y="6349365"/>
            <a:ext cx="5435092" cy="30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gas detection logic involves continuous sensor reading, comparing real-time values against predefined thresholds, and triggering alarms when hazardous gas levels exceed safety limits, ensuring immediate alerts.</a:t>
            </a:r>
          </a:p>
        </p:txBody>
      </p:sp>
      <p:sp>
        <p:nvSpPr>
          <p:cNvPr name="AutoShape 8" id="8"/>
          <p:cNvSpPr/>
          <p:nvPr/>
        </p:nvSpPr>
        <p:spPr>
          <a:xfrm>
            <a:off x="679958" y="6048375"/>
            <a:ext cx="5435092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58125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DHT Sensor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1333" y="6349365"/>
            <a:ext cx="5435092" cy="305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D9DFE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DHT sensor logic captures temperature and humidity data, updating Blynk with real-time information, providing users with a comprehensive overview of environmental conditions to enhance safety monitoring.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871333" y="6048375"/>
            <a:ext cx="5435092" cy="0"/>
          </a:xfrm>
          <a:prstGeom prst="line">
            <a:avLst/>
          </a:prstGeom>
          <a:ln cap="flat" w="19050">
            <a:solidFill>
              <a:srgbClr val="D9DF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5497999"/>
            <a:ext cx="5753100" cy="4122251"/>
            <a:chOff x="0" y="0"/>
            <a:chExt cx="7670800" cy="5496334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D9DF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5220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u="none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b="true" sz="2499" u="none">
                  <a:solidFill>
                    <a:srgbClr val="D9DFE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live OLED data display</a:t>
              </a:r>
              <a:r>
                <a:rPr lang="en-US" sz="2499" u="none">
                  <a:solidFill>
                    <a:srgbClr val="D9DFE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provides immediate feedback on gas levels and environmental conditions. Sensor data is continuously monitored, ensuring prompt alerts for any hazardous situations. This real-time visibility enhances safety measures, allowing users to respond swiftly to potential threats.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Results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81575" y="4252255"/>
            <a:ext cx="832485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D9DFE8"/>
                </a:solidFill>
                <a:latin typeface="TT Ramillas"/>
                <a:ea typeface="TT Ramillas"/>
                <a:cs typeface="TT Ramillas"/>
                <a:sym typeface="TT Ramillas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IoT</dc:description>
  <dc:identifier>DAG9Fgal984</dc:identifier>
  <dcterms:modified xsi:type="dcterms:W3CDTF">2011-08-01T06:04:30Z</dcterms:modified>
  <cp:revision>1</cp:revision>
  <dc:title>Presentation - IoT</dc:title>
</cp:coreProperties>
</file>